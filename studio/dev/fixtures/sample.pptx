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A대 LXP 고도화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킥오프 2026-02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범위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출석 통합</a:t>
            </a:r>
          </a:p>
          <a:p>
            <a:r>
              <a:t>2. 성적부 연동</a:t>
            </a:r>
          </a:p>
          <a:p>
            <a:r>
              <a:t>3. 마이그레이션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개발 3~5월 / 테스트 5~6월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